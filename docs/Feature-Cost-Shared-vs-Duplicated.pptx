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61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2743200"/>
            <a:ext cx="5486400" cy="5486400"/>
          </a:xfrm>
          <a:prstGeom prst="ellipse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  <a:br/>
            <a:r>
              <a:t>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315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SHARED CODE</a:t>
            </a:r>
            <a:br/>
            <a:r>
              <a:t>vs DUPLICATED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Key conclusions from the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analysis?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The core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When developing a feature for multiple codebases: is it better to share code or duplicate 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Real financial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Maintenance represents 50-80% of total software cost. The initial choice has a massive long-term effect.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Not a dogmatic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Each approach has its strengths. The analysis quantifies costs to enable an informed decision.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Data-backed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Based on recognized models (COCOMO II), IEEE studies, and France 2025-2026 salary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Maintenance dominates total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96167"/>
                </a:solidFill>
                <a:latin typeface="Calibri"/>
              </a:defRPr>
            </a:pPr>
            <a:r>
              <a:t>50-80%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114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B0B0C0"/>
                </a:solidFill>
                <a:latin typeface="Calibri"/>
              </a:defRPr>
            </a:pPr>
            <a:r>
              <a:t>of total software cost</a:t>
            </a:r>
            <a:br/>
            <a:r>
              <a:t>is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Up to 90% for legacy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21208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5-year breakdown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Initial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~21% of total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4903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Maintenance &amp; evolution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06907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~79% of total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The shared vs duplicated choice primarily impacts the 79% maintenance portion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5778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Conclusion: optimizing initial development matters less than optimizing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INITIAL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upfront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Initial dev + generalization overhead: +30%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Library infrastructure setup: 5-11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CI/CD, documentation, versioning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setup: ~€52,000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Higher one-time investment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Dev codebase A: baseline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Porting to codebase B: +50-80%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Design adaptation, doubled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setup: ~€43,000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Cheaper in the short term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61722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Duplication seems ~20% cheaper upfront — but it's a mirage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trap: accelerating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Double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1.8x → 2.0x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Every bug, every evolution, every test must be done twice. The factor increases yearly (+0.05/yr) as copies diverge.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Growing synchronization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+20%/yr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Sync cost grows exponentially. Year 1: ~€10K, Year 3: ~€14K, Year 5: ~€23K. Snowball effect.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Propagated bugs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IEEE study: 1/3 of bugs fixed in a clone are never fixed in the other copy. Estimated cost: ~€50K/yr.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F9E795"/>
                </a:solidFill>
                <a:latin typeface="Calibri"/>
              </a:defRPr>
            </a:pPr>
            <a:r>
              <a:t>Duplication is only viable for short-lived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3-YEAR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Cost comparison (France context)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28600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3154679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79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4320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54864" cy="5486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346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79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39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€52,000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€119,000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€186,000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€253,000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74720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5661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79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39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€43,000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€114,000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€187,000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€263,000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Key observations: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Shared code costs +€9,000 more at year 0 (setup investment)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By year 1, cumulative costs are nearly identical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From year 2 on, duplication becomes more expensive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Year 3: duplication costs ~€10,000 more — and the gap accelerates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CROSSOVER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sharing becomes profitable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297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4EC9B0"/>
                </a:solidFill>
                <a:latin typeface="Calibri"/>
              </a:defRPr>
            </a:pPr>
            <a:r>
              <a:t>6 to 18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297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Typical break-even</a:t>
            </a:r>
            <a:br/>
            <a:r>
              <a:t>for the shared code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In our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3891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4EC9B0"/>
                </a:solidFill>
                <a:latin typeface="Calibri"/>
              </a:defRPr>
            </a:pPr>
            <a:r>
              <a:t>~18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389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The initial €26,000 premium is</a:t>
            </a:r>
            <a:br/>
            <a:r>
              <a:t>recovered through monthly savings</a:t>
            </a:r>
            <a:br/>
            <a:r>
              <a:t>of ~€1,400/month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4EC9B0"/>
                </a:solidFill>
                <a:latin typeface="Calibri"/>
              </a:defRPr>
            </a:pPr>
            <a:r>
              <a:t>Shortens 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Large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Frequent evolutions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Frequent bugs in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3+ consumer codebases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6B6B"/>
                </a:solidFill>
                <a:latin typeface="Calibri"/>
              </a:defRPr>
            </a:pPr>
            <a:r>
              <a:t>Lengthens break-even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Small and stable feature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Very costly coordination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Very different codebases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End-of-life feature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SCALE 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more you scale, the more sharing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2 codebases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B0B0C0"/>
                </a:solidFill>
                <a:latin typeface="Calibri"/>
              </a:defRPr>
            </a:pPr>
            <a:r>
              <a:t>1.04x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Nearly equivalent</a:t>
            </a:r>
            <a:br/>
            <a:r>
              <a:t>over 3 years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3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9E795"/>
                </a:solidFill>
                <a:latin typeface="Calibri"/>
              </a:defRPr>
            </a:pPr>
            <a:r>
              <a:t>1.56x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Sharing saves</a:t>
            </a:r>
            <a:br/>
            <a:r>
              <a:t>~€160,000 over 3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5 codebases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4EC9B0"/>
                </a:solidFill>
                <a:latin typeface="Calibri"/>
              </a:defRPr>
            </a:pPr>
            <a:r>
              <a:t>2.47x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Duplication costs</a:t>
            </a:r>
            <a:br/>
            <a:r>
              <a:t>2.5x more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3949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E795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9875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With duplicated code, each new codebase multiplies costs nearly linearly. With shared code, the marginal cost of each new consumer is minimal (~5-10% of porting cost).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ORGANIZATIONAL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Beyond code: the impact on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Shared code: 1 source to learn</a:t>
            </a:r>
            <a:br/>
            <a:r>
              <a:t>Duplicated: N sources + their differences</a:t>
            </a:r>
            <a:br/>
            <a:r>
              <a:t>→ +1-2 weeks of onboarding with duplication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QA /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Duplication = double testing effort</a:t>
            </a:r>
            <a:br/>
            <a:r>
              <a:t>QA = 20-30% of dev effort (standard)</a:t>
            </a:r>
            <a:br/>
            <a:r>
              <a:t>→ Doubled with duplication, not with sharing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Product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Shared: 1 unified backlog</a:t>
            </a:r>
            <a:br/>
            <a:r>
              <a:t>Duplicated: 2 backlogs to coordinate</a:t>
            </a:r>
            <a:br/>
            <a:r>
              <a:t>→ Incident management 1.5-2x more costly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UX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Shared: guaranteed by the code</a:t>
            </a:r>
            <a:br/>
            <a:r>
              <a:t>Duplicated: progressive degradation</a:t>
            </a:r>
            <a:br/>
            <a:r>
              <a:t>→ Copies inevitably diverge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TECHNICAL DEBT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Duplication fuels the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2004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6B6B"/>
                </a:solidFill>
                <a:latin typeface="Calibri"/>
              </a:defRPr>
            </a:pPr>
            <a:r>
              <a:t>42%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B0B0C0"/>
                </a:solidFill>
                <a:latin typeface="Calibri"/>
              </a:defRPr>
            </a:pPr>
            <a:r>
              <a:t>of dev time is lost</a:t>
            </a:r>
            <a:br/>
            <a:r>
              <a:t>to technical debt</a:t>
            </a:r>
            <a:br/>
            <a:r>
              <a:t>and poor quality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707080"/>
                </a:solidFill>
                <a:latin typeface="Calibri"/>
              </a:defRPr>
            </a:pPr>
            <a:r>
              <a:t>Stripe Developer Coefficient, 2018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713232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Duplication = debt accelerator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Divergence factor increases over time (1.0 → 3.0-5.0 after 2 years)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44368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Code churn doubles, increasing bug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28415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Cost to the US economy: $2.41 trillion (CISQ 2022)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12463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Target: Technical Debt Ratio ≤ 5% — duplication blows up this 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26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Bug cost by detection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9E795"/>
                </a:solidFill>
                <a:latin typeface="Calibri"/>
              </a:defRPr>
            </a:pPr>
            <a:r>
              <a:t>3-5x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QA / 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A500"/>
                </a:solidFill>
                <a:latin typeface="Calibri"/>
              </a:defRPr>
            </a:pPr>
            <a:r>
              <a:t>5-10x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39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39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6B6B"/>
                </a:solidFill>
                <a:latin typeface="Calibri"/>
              </a:defRPr>
            </a:pPr>
            <a:r>
              <a:t>10-30x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943600"/>
            <a:ext cx="9601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707080"/>
                </a:solidFill>
                <a:latin typeface="Calibri"/>
              </a:defRPr>
            </a:pPr>
            <a:r>
              <a:t>With duplication, production bugs potentially affect 2 codebases → further amplified cost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Global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9E795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Initial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+30-50%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~170-220% of one feature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8036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Annual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15-25% of initial dev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30-50% (doubled)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7472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Bug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1x (single source)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33% propagated bugs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6908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0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UX Consistency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Guaranteed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Degrades over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66344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0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79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Scalability (N codebases)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Excellent (linear)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Poor (N × cost)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25780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0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55279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6-18 months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Never (rising costs)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85216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0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5279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Onboarding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Simple (1 source)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Complex (N sources)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to choose what?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4EC9B0"/>
                </a:solidFill>
                <a:latin typeface="Calibri"/>
              </a:defRPr>
            </a:pPr>
            <a:r>
              <a:t>Prefer shared code if: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Feature lifespan &gt; 18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High frequency of evolution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3+ consumer codebases (or planned)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UX consistency is 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Team can invest in initial 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System is growing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Duplication may work if: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Short-lived feature (&lt; 6 months)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Very few evolutions expected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Very different codebases (languages, arch)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Completely independent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Rapid prototype or MVP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No need for UX consistency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2190" y="1371600"/>
            <a:ext cx="5486400" cy="5486400"/>
          </a:xfrm>
          <a:prstGeom prst="ellipse">
            <a:avLst/>
          </a:prstGeom>
          <a:solidFill>
            <a:srgbClr val="3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3931920"/>
            <a:ext cx="182880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Feature Cost — Shared Code vs Duplicated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